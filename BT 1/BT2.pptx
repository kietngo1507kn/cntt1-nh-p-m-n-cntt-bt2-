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6A850-8AC6-4437-8ADA-6A3F57C5BE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208F64-C1DA-41DA-8532-405DFC1C18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D8207-4C90-4C57-992F-CE3343C96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5C856-8955-4553-B7F9-10B458D55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9F46D-60CE-4472-9F41-13A80CBB3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45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AD5F0-5916-4BAF-B5EC-05CD023FF1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D0B26-3C31-467A-A9D3-78D14E6A0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957283-83BB-418A-BA92-600340AABE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938DBA-6063-4839-A42A-932991D3D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7554-FED1-4180-9BCC-1746185DB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4087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9ABF51-6E2F-4EFE-B536-8A8C49BC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E7E1A9-94D1-4D01-A198-F8E05911BE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501129-13E6-448D-B009-65B517C5C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0D9237-E47E-48F2-B825-4F10701C2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8609A-8AD6-47F9-8B14-8BE548640E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6140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B048B-9E35-4BB8-A14A-CA651CB0D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52090-0B44-4EB8-9224-A8E8088223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AD60F4-7090-4E3B-A54E-6F956C08E5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E49D02-EE9E-447F-9DC0-33A93F542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794F72-2220-4A46-9DCB-FAB305FBD7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7E7FA8-A2F8-4BF7-A0AF-4C2F9509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49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76319-4597-4BB6-94E5-3E16B5AAF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E5719-B2F0-4175-8874-ABE676664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C9B780-547D-4062-AB0E-5D2BBAF09E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2282D7-60C9-47A3-B1EE-B07A0AEAC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BE7513-5B57-4E81-8BD6-1C5AA4D2E9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190B57-BC54-4E27-88FF-87717DAF6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BC181C-76FE-4B10-97D3-EC33470BA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BEDBA-3612-475F-B247-6676F239E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402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8AAC1-16E4-4D4E-9B3F-9D4E23A23C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A15E47-7ADC-4EF6-B376-16469CDB3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E03F7-E18B-48F6-94EC-C8ED600A6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6D9371-C68A-48AF-B06F-A16022573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19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5B33F1-DB8F-463B-AA4D-E9CD1BC0E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D82214-9706-440D-8DDA-52DFD61CE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80D4A4-A93E-4C2C-A6F1-76643B3ABB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485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4F2E48-6023-4E11-9CDB-8266C8BC5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F08D6-0364-4C15-9AAC-FD7CCF2D98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A4D27B-C9B6-4AFC-A6B2-33C99F795B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CF9D5-1A25-41A9-9AD8-C61DA56607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E96F8A-280C-46EB-98D8-2CDAAEF77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91875F-AB43-4F9F-9374-B9A8E280C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10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AAEB9-AB77-42A0-B799-A26CDFB40E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1A64D70-16E5-4EA8-94BA-30C05FE9BE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226E35-B7DC-4F72-AEA7-ED70C54C0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10AE71-671D-4B94-BB36-30C7F407C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4A683A-BEE1-4C8D-8A38-E3575DCE6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544840-77C7-412C-8B70-E02443BDA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289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F22BC-90CB-4FEF-B0FC-C3FA58DD4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849B82-A404-4279-AADD-DB8F9ACC27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9C35F-65F5-4104-ACBE-5AA36AC0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543FF0-3337-437D-8620-FB609AB185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A7EFB-2FEC-4723-AAA8-2F5CA6522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710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D5FD3A-AA87-41F5-AF05-A20424D740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0BA034-92FD-4D91-BEB4-F9CAFAB10E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0D5CB-F316-48AC-AD80-5E84759CA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CEC11-2531-43B0-9575-8BA76032E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0A4681-B0AF-462D-A65D-D13E87130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57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8EF080F-7551-4444-AACB-311C4E1A3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A81F2F-A9E4-4EE7-A08A-DA2337D5C8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69A910-06AC-48E7-BCC6-F36C38383E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2E2E0C-FD8C-4595-A99D-DBBE1867F715}" type="datetimeFigureOut">
              <a:rPr lang="en-US" smtClean="0"/>
              <a:t>10/26/2026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2F93B0-44E7-4432-8D26-F1535AD84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C49DC3-2743-433C-A919-3C677C317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25C77F-5B68-462F-BF05-58B7FFB055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363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1911B-C84F-4491-86F0-B831DA7230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1365" y="180988"/>
            <a:ext cx="9989270" cy="2387600"/>
          </a:xfrm>
        </p:spPr>
        <p:txBody>
          <a:bodyPr>
            <a:normAutofit/>
          </a:bodyPr>
          <a:lstStyle/>
          <a:p>
            <a:r>
              <a:rPr lang="vi-VN" sz="5500" dirty="0"/>
              <a:t>Nền tảng học trực tuyến dành cho mọi người </a:t>
            </a:r>
            <a:endParaRPr lang="en-US" sz="55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99D4D7-C4E4-43F8-B924-C6B2431D54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907785"/>
            <a:ext cx="9144000" cy="3577856"/>
          </a:xfrm>
        </p:spPr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183539-54B0-4AD4-B68A-8AD140A8B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2907786"/>
            <a:ext cx="9398525" cy="3577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263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E53640-F243-4E84-A1C1-A5D0A4359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19AC9F-3C5C-402C-94B0-5E519A555A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9220" y="365125"/>
            <a:ext cx="10853559" cy="5970908"/>
          </a:xfrm>
        </p:spPr>
      </p:pic>
    </p:spTree>
    <p:extLst>
      <p:ext uri="{BB962C8B-B14F-4D97-AF65-F5344CB8AC3E}">
        <p14:creationId xmlns:p14="http://schemas.microsoft.com/office/powerpoint/2010/main" val="10182444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E844B-4A27-49F7-AE0D-2C6422AB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4467519" y="3124274"/>
            <a:ext cx="2621437" cy="609452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C3BD04-47F3-4B71-B221-5B21BA7530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550" y="1138287"/>
            <a:ext cx="10444899" cy="4581425"/>
          </a:xfrm>
        </p:spPr>
      </p:pic>
    </p:spTree>
    <p:extLst>
      <p:ext uri="{BB962C8B-B14F-4D97-AF65-F5344CB8AC3E}">
        <p14:creationId xmlns:p14="http://schemas.microsoft.com/office/powerpoint/2010/main" val="1388139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9</Words>
  <Application>Microsoft Office PowerPoint</Application>
  <PresentationFormat>Widescreen</PresentationFormat>
  <Paragraphs>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Times New Roman</vt:lpstr>
      <vt:lpstr>Office Theme</vt:lpstr>
      <vt:lpstr>Nền tảng học trực tuyến dành cho mọi người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Nền tảng học trực tuyến dành cho mọi người </dc:title>
  <dc:creator>Ngo Nguyen Anh Kiet D26TXCN06</dc:creator>
  <cp:lastModifiedBy>Ngo Nguyen Anh Kiet D26TXCN06</cp:lastModifiedBy>
  <cp:revision>1</cp:revision>
  <dcterms:created xsi:type="dcterms:W3CDTF">2026-10-26T16:22:45Z</dcterms:created>
  <dcterms:modified xsi:type="dcterms:W3CDTF">2026-10-26T16:28:36Z</dcterms:modified>
</cp:coreProperties>
</file>